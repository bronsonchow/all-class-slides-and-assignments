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student hit Add to cart. Ask: where does that number live? Nobody will know yet. That is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out loud before any click. Get a vote on what the button will show. Then click three times. Console moves, button does not. Reveal only after they argue.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each part in order: 0, useState, qty, setQty. Tie destructuring back to week 2. Say the hook rule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render log. Each click is a full function run. Ask: is qty the same variable across renders? No. It is a fresh photo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slowly so they see value flow input to state to text. Deliberate mistake beat: write onClick={handle()} live and show the console spam.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 the slider. Ask what would break if subtotal was its own state. Answer: you could forget to update it. Phrase: store facts, compute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Cycle the three syntaxes on the same store status. Then the 0 trap. Set items to 0 and let them find the stray zero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stale first. Only goes up by 1. Then functional. Explain batching in one sentence. This is the trap that will bite them in Silver.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live-code script. Stage 1 to 4 in order. At stage 2, mutate cart.coffee += 1 on purpose and show nothing re-renders. Then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 with a student's name. Walk the concept checklist. This is exactly what the assignment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ESM line out loud. Start a 20 minute timer for the build block. Circulate for the mutation bug and the 0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 per question. Anyone who misses Q2 stays on the snapshot rule for two more minutes. Tease Tuesday.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Day 1 - useState and Events</dc:title>
  <dc:subject>PptxGenJS Presentation</dc:subject>
  <dc:creator>PptxGenJS</dc:creator>
  <cp:lastModifiedBy>PptxGenJS</cp:lastModifiedBy>
  <cp:revision>1</cp:revision>
  <dcterms:created xsi:type="dcterms:W3CDTF">2026-10-06T12:27:00Z</dcterms:created>
  <dcterms:modified xsi:type="dcterms:W3CDTF">2026-10-06T12:27:00Z</dcterms:modified>
</cp:coreProperties>
</file>