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open. Have a student type their name and click Like. Ask the three questions. State: who, likes. Event: onChange, onClick. Derived: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App first, then a MenuItem. Push on: why is MenuItem reused? Where does the cart live and why not inside MenuItem?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 fire. 60 seconds per case. Hands up for the broken line, then reveal. Case 5 catches people who think naming is cosmetic.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props live. Then clear the tag field. Ask: could MenuItem change its own price? No. Plant the lifting state seed for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as a whole room vote per card before Check. The subtotal and disabled cards are the ones people get wrong. Repeat: store facts, compute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 rule again. Click stale then functional. Point at the render counter every time. This is the bridge to Thursday's array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student try the frozen input. Then explain why: state wins on every render. Preview: Thursday uses e.preventDefault on a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Quick. Toggle each one. Set items to 0 and let them spot the stray zero without 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review. Pair up, 90 seconds per bug to diagnose, then reveal. Bug 3 is not run live. Bug 2 is the one that will bite them on Thursday with arrays.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paper question out loud and make them answer it before npm create. Circulate for derived-stored-as-state. Silver is the bar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per question. Q4 is the setup for Thursday: same reference means no render. Arrays work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Day 1 - Review</dc:title>
  <dc:subject>PptxGenJS Presentation</dc:subject>
  <dc:creator>PptxGenJS</dc:creator>
  <cp:lastModifiedBy>PptxGenJS</cp:lastModifiedBy>
  <cp:revision>1</cp:revision>
  <dcterms:created xsi:type="dcterms:W3CDTF">2026-10-06T12:27:10Z</dcterms:created>
  <dcterms:modified xsi:type="dcterms:W3CDTF">2026-10-06T12:27:10Z</dcterms:modified>
</cp:coreProperties>
</file>