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song from the room. Ask: what changed when I hit Add? An array in state got longer and React drew a new row. That is the whole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the three tabs slowly. Data, elements, pixels. Point out the parentheses after the arrow, and that key goes on the 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note in all three boxes with index keys, remove Song A, watch the notes shift. Switch to id keys, repeat. This demo sells keys better than any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mistake beat: delete e.preventDefault live and hit Enter. Page reloads, state gone. Put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first, peek, show the real length grew but nothing rendered. Then spread. Tie back to Tuesday's bug 2: same reference, no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filter line out loud as English: keep every song whose id is not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they will get wrong on the assignment. Write the three-line pattern on the board and leave it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many arrays are in state here? One. shown is not state. Same as subtotal on Tuesday.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script. Stages 1 to 4 in order. At stage 3, use splice on purpose, watch nothing happen, then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song from the room, favorite it, search for it, remove it. Walk the checklist. This is the assignment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rules of the road out loud. Start a 25 minute timer. Circulate for index keys and mutation.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per question. Q3 catches people who copy every row. Tease next week: SongRow becomes its own component with callbacks.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Day 2 - Lists Keys Inputs</dc:title>
  <dc:subject>PptxGenJS Presentation</dc:subject>
  <dc:creator>PptxGenJS</dc:creator>
  <cp:lastModifiedBy>PptxGenJS</cp:lastModifiedBy>
  <cp:revision>1</cp:revision>
  <dcterms:created xsi:type="dcterms:W3CDTF">2026-10-06T12:27:22Z</dcterms:created>
  <dcterms:modified xsi:type="dcterms:W3CDTF">2026-10-06T12:27:22Z</dcterms:modified>
</cp:coreProperties>
</file>