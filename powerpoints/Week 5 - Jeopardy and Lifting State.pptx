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into five teams of five or six before anything else. Captains have the laptop. Team names go into the scoreboard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about 25 minutes. Rename teams inline. Click a value, read it, teams write answers, show answer, award. Minus buttons exist for wrong buzzes if you want them. Arrow keys are disabled while a clue is open. Leave the board unfinished and come back at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reveal. Vote by hand on the four options, then click each one in order. Save App for last. Say the rule twice: closest common parent.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src/Jeopardy.jsx in the editor alongside. Point at the real award function. Props down, events up. Write those three words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Rename a team on the live demo and point at the sibling updating. Ask: how many useState calls are in Scoreboard?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mistake beat. Click Award from ClueModal three times, then + in Scoreboard once. They disagree. The tell: useState(someProp). Say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 slowly. The point is the loop always returns to App. Naming: verbs in the parent, on plus verb in the child.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per card before Check. The reveal toggle and hover are the ones that catch over-lifters. Lift only as high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script. Stage 1 to 4. At stage 3, write onClick={onAward(amount)} on purpose and watch it fire on render. Fix with the 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tree first, no exceptions. Start a 25 minute timer. Circulate for useState(props.x) and for useState in Scoreboard.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Quiz, then go back to slide 2 and finish the board for final scores. Gold finishers add 500 to their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5 - Jeopardy and Lifting State</dc:title>
  <dc:subject>PptxGenJS Presentation</dc:subject>
  <dc:creator>PptxGenJS</dc:creator>
  <cp:lastModifiedBy>PptxGenJS</cp:lastModifiedBy>
  <cp:revision>1</cp:revision>
  <dcterms:created xsi:type="dcterms:W3CDTF">2026-10-06T12:27:32Z</dcterms:created>
  <dcterms:modified xsi:type="dcterms:W3CDTF">2026-10-06T12:27:32Z</dcterms:modified>
</cp:coreProperties>
</file>