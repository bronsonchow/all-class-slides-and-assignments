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Fetch recipes with the server up, then flip it down and fetch again. Three chips, one lit at a time. Say the sentence: every async screen is in exactly one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 before running. Most say start, end, timeout, promise. The promise beats the timeout. One sentence on microtasks, then move on. The point is just: fetch results come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loop out loud before mounting. Then click. The counter runs away. Ask: what would stop it? A way to run code once. Introduce the word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the pieces in order: the function, then the array. Say render first, then effect. That is why the screen is blank for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[ ] first: click count, nothing logs. Then [count]: click count, logs, click other, nothing. Then no array: everything logs. Leave it on [count].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delay to 3000 before mounting. Stare at the blank list together. Ask: is it loading or empty? Nobody can tell. That is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slide. Refetch healthy, then failing. Three branches. Write loading / error / data on the board and leave it up for the rest of the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mistake beat in the live code: delete the res.ok check, break the URL to /recipez, show that catch never fires and the map crashes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delay to 2500, type pasta fast. Watch the fetch counter. Explain alive. Then clear the box to show the empty state, the fourth state nobody plans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examples/recipe-finder in the editor. Stages 1 to 4 live against dummyjson with ?delay=2000. If wifi is bad, the deck demos still work because they are faked.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Paper question first. Start a 25 minute timer. Circulate for fetch outside useEffect, missing [] (watch the Network tab), and async directly on useEffect.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 up per question. Q3 is the one. fetch does not reject on 500. Tease Thursday: retries, skeletons, useFetch.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Day 1 - Fetch and useEffect</dc:title>
  <dc:subject>PptxGenJS Presentation</dc:subject>
  <dc:creator>PptxGenJS</dc:creator>
  <cp:lastModifiedBy>PptxGenJS</cp:lastModifiedBy>
  <cp:revision>1</cp:revision>
  <dcterms:created xsi:type="dcterms:W3CDTF">2026-10-06T12:27:43Z</dcterms:created>
  <dcterms:modified xsi:type="dcterms:W3CDTF">2026-10-06T12:27:43Z</dcterms:modified>
</cp:coreProperties>
</file>