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Quick. Three chips, three segments. Say: Tuesday it worked, today it survives.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 by hand per message. The raw TypeError one gets laughs. The empty-state one is the trick: not an error, and it scores a 3. Land the rule: what happened, why, what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through all four. Spend the longest on 'right data, wrong shape' since it never hits catch. Two audiences, two messages: user gets state, you get console.error.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Failing, retries 2, Retry. Watch attempt climb to 3 then fail. Flip Healthy while it is retrying and it recovers. Ask: should a 404 retry?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delay 2500. Click Refresh in each mode. Text jumps, skeleton holds shape, stale keeps the list. Ask which one they would want in their phone's food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groan at the code. Ask what they did last week when JSX repeated: made a component. Same instinct. Define custom hook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Live-code this in examples/recipe-finder, Stage6.jsx into hooks/useFetch.js. Four cuts, in order. Do not skip cut 2, the url parameter is the whole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Type, pick a recipe, set Failing, hit retry. Two useFetch calls, independent states. Ask: do they share data? No. Shares the recipe, not the cake.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Open DevTools. Then actually do it live on the real app: npm run build, open dist, grep for a string. Thirty seconds. This is why Project 4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Wifi-off test first, on paper. Start a 25 minute timer. Circulate for useEffect left inside components after extraction, and for retrying 404s.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 up per question. Q5 is the setup for Express. Remind: no class Tuesday, P3 Studio Thursday.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Day 2 - Errors Loading Hooks</dc:title>
  <dc:subject>PptxGenJS Presentation</dc:subject>
  <dc:creator>PptxGenJS</dc:creator>
  <cp:lastModifiedBy>PptxGenJS</cp:lastModifiedBy>
  <cp:revision>1</cp:revision>
  <dcterms:created xsi:type="dcterms:W3CDTF">2026-10-06T12:27:54Z</dcterms:created>
  <dcterms:modified xsi:type="dcterms:W3CDTF">2026-10-06T12:27:54Z</dcterms:modified>
</cp:coreProperties>
</file>